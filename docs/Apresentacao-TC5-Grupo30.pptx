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Política de log</c:v>
                  </c:pt>
                  <c:pt idx="1">
                    <c:v>LinTS contextual</c:v>
                  </c:pt>
                  <c:pt idx="2">
                    <c:v>UCB1</c:v>
                  </c:pt>
                  <c:pt idx="3">
                    <c:v>Thompson uniforme</c:v>
                  </c:pt>
                  <c:pt idx="4">
                    <c:v>ε-greedy</c:v>
                  </c:pt>
                  <c:pt idx="5">
                    <c:v>Thompson informado</c:v>
                  </c:pt>
                  <c:pt idx="6">
                    <c:v>Gradient bandit</c:v>
                  </c:pt>
                  <c:pt idx="7">
                    <c:v>Melhor braço fixo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11.01</c:v>
                </c:pt>
                <c:pt idx="1">
                  <c:v>12.41</c:v>
                </c:pt>
                <c:pt idx="2">
                  <c:v>12.7</c:v>
                </c:pt>
                <c:pt idx="3">
                  <c:v>12.81</c:v>
                </c:pt>
                <c:pt idx="4">
                  <c:v>12.88</c:v>
                </c:pt>
                <c:pt idx="5">
                  <c:v>13.01</c:v>
                </c:pt>
                <c:pt idx="6">
                  <c:v>13.03</c:v>
                </c:pt>
                <c:pt idx="7">
                  <c:v>13.31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10"/>
        </c:scaling>
        <c:delete val="0"/>
        <c:axPos val="b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 — não narrar por cima, é só a capa do vídeo (0:00–0:15).
Deixe 3 segundos de silêncio antes de começar o Bloco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ao ensaio — NÃO entra no vídeo.
Use para cronometrar: cada ensaio completo tem que fechar em 4:50, com 10s de folga sobre o limite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— parte 1 · 0:00–0:35
Somos o grupo 30 da turma 8MLET. O problema é o seguinte: um banco precisa decidir, para cada cliente elegível, por qual canal e em que dia da semana abordar.
Hoje isso é regra fixa ou teste A/B longo. A regra fixa congela a decisão e não reage a mudança de contexto. O A/B manda metade do tráfego para o braço pior durante semanas inteiras, e só decide no fim. Os dois desperdiçam. A alternativa é uma política adaptativa — um multi-armed bandit — que realoca tráfego conforme a evidência chega.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— parte 2 · 0:35–1:10
A base é a bank-marketing do Kaggle: 41 mil campanhas de telemarketing de um banco português, com conversão de 11,3%. E aqui está a decisão que define o projeto: nós não inventamos braço nenhum. Três colunas do dataset não descrevem o cliente, descrevem o que a campanha escolheu fazer — canal e dia do contato. É delas que saem os seis braços: celular ou telefone fixo, vezes três janelas de semana.
Como todo braço aparece no log histórico, a probabilidade de conversão de cada um é estimável a partir de linha observada. Nenhuma recompensa é sintética. E a coluna duration, que o enunciado proíbe, está fora de tudo — ela sozinha dá AUC de 0,82, porque ligação que termina em venda dura mais. No momento de decidir para quem ligar, esse número ainda não existe.
TELA: link do Kaggle no README → tabela de conversão por braço → duration_vazamento.png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· 1:10–1:55
Avaliamos em duas camadas independentes. A primeira é um ambiente calibrado: um HistGradientBoosting com calibração isotônica estima a probabilidade de conversão de cada braço para cada cliente, e isso permite rodar 20 mil decisões e medir arrependimento contra o oráculo. Ele só entra em uso depois de passar por três portões — calibração global e por braço, sanity check contra regressão logística, e teste de sobreposição.
A segunda camada é replay por rejection sampling sobre o log real: o evento só conta quando a política escolhe exatamente o braço que foi de fato jogado, e a recompensa é o y observado, nunca estimado. É a contraprova sem modelo no meio.
Implementamos sete políticas com a mesma interface: epsilon-greedy, UCB1, Thompson Sampling com prior informado e uniforme, gradient bandit e um bandit contextual. O baseline é a política de log — a mistura de braços que a operação de fato executou.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parte 1 · 1:55–2:20
Vinte mil rodadas, dez sementes, intervalo de confiança de 95%. Todas as políticas adaptativas superam o baseline, sem sobreposição de intervalos. A melhor entrega 13% de conversão contra 11% do baseline — um ganho relativo de 18%.
SE PERGUNTAREM pelo braço fixo no topo: ele é o limite superior de um oráculo estacionário, não uma alternativa disponível no dia zero — só sabemos que cellular|mid é o melhor porque analisamos o log inteiro antes.
TELA: tabela de resultados no README → regret_acumulado.png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— parte 2 · 2:20–3:05
Três leituras honestas, porque elas valem mais que o número bonito.
Primeira: o prior informado vence o uniforme. Codificar a taxa-base de 11% no Beta poupa exatamente as rodadas que o prior uniforme gasta descobrindo que nenhum braço converte a 50% — a exploração cai de 38% para 23%.
Segunda: a política contextual não se paga. E nós sabíamos disso antes de implementá-la, porque medimos o teto: comparando o melhor braço fixo com um oráculo que escolhe cliente a cliente, o ganho máximo da personalização nesta base é de 4,4%. Capturar isso exige estimar 246 parâmetros a partir de recompensa binária que sai uma vez a cada nove. O custo de exploração é maior que o prêmio.
Terceira: os dois tracks concordam — Spearman de 0,857 entre o ranking do ambiente e o do replay, que não compartilham premissa nenhuma.
E tudo isso está no MLflow: 88 runs, um pai por política com a média entre sementes, e um filho por semente. Params, métricas e intervalos — a média fica citável e cada semente continua auditável.
TELA: MLflow em localhost:5000 → lista de runs → abrir um run pai → métricas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· 3:05–4:35 — É A PARTE QUE MAIS PESA NA NOTA.
Terminal em fonte ≥18pt, comandos já no histórico (seta pra cima). Os textos completos estão em docs/DEMO.md e docs/ROTEIRO-VIDEO.md.
1) /health — Etapa 5: FastAPI, em container. Seis braços carregados e a versão do artefato.
2) Estudante de 18 anos — A API devolve o braço recomendado e o ranking inteiro dos seis. Estudante converte muito acima da taxa-base de 11%, celular domina, e o pior braço vale um quarto do melhor.
3) Técnico de 49 anos com 6 ligações — O ranking virou. telephone|early assume a liderança, e cellular|mid, que é o melhor braço na média da base inteira, cai para quarto lugar. Para quem já cansou de seis ligações no celular, o canal alternativo deixa de ser inferior. Uma regra fixa mandaria celular para os dois.
4) job astronauta — Categoria desconhecida é recusada na porta, com 422, nomeando os valores válidos. Sem isso o encoder receberia o valor, devolveria um vetor de zeros, e a API responderia algo plausível a partir de lixo — a pior falha possível, porque é silenciosa.
SE ESTOURAR O TEMPO: corte o passo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5 · 4:35–4:50
Fechando com a ressalva, não com o número: os 18% de ganho pressupõem que o efeito de canal seja causal, e ele não é inteiramente — a campanha trocou de canal no meio, então parte da vantagem do celular é calendário. Medimos: na janela em que os dois canais coexistem, o ganho fica mais perto de 8 a 9%. Está tudo no README, com os números.
Um sistema que sabe onde erra vale mais que um que só mostra o resultado bom. Obrigado.
TELA: README, seção de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ao ensaio — NÃO entra no vídeo.
Roteiro completo com a narração palavra por palavra: docs/ROTEIRO-VIDEO.md
Requisições e saídas esperadas: docs/DEMO.md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Experimentação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Adaptativa para Ofertas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 para decidir canal e janela de contato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DO VÍDEO PITCH · 5 MINUTOS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Teixeira Dornelles Parise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3611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Doglas Parise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044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Gomes de Souza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9044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Silvio José Meirelles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434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5 · Datathon POSTECH MLET · Grupo 30 / 8MLET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566928" cy="566928"/>
          </a:xfrm>
          <a:prstGeom prst="ellipse">
            <a:avLst/>
          </a:prstGeom>
          <a:solidFill>
            <a:srgbClr val="2E3D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cel|early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88352" y="17373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78624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cel|mid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566928" cy="566928"/>
          </a:xfrm>
          <a:prstGeom prst="ellipse">
            <a:avLst/>
          </a:prstGeom>
          <a:solidFill>
            <a:srgbClr val="2E3D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83296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cel|late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0" y="2651760"/>
            <a:ext cx="566928" cy="566928"/>
          </a:xfrm>
          <a:prstGeom prst="ellipse">
            <a:avLst/>
          </a:prstGeom>
          <a:solidFill>
            <a:srgbClr val="2E3D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32552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tel|early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88352" y="2651760"/>
            <a:ext cx="566928" cy="566928"/>
          </a:xfrm>
          <a:prstGeom prst="ellipse">
            <a:avLst/>
          </a:prstGeom>
          <a:solidFill>
            <a:srgbClr val="2E3D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8624" y="32552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tel|mid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93024" y="2651760"/>
            <a:ext cx="566928" cy="566928"/>
          </a:xfrm>
          <a:prstGeom prst="ellipse">
            <a:avLst/>
          </a:prstGeom>
          <a:solidFill>
            <a:srgbClr val="2E3D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83296" y="32552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tel|late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03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braços · 2 canais × 3 janelas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blocos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cada bloco separado e edite depois — revezar ao vivo custa tempo de transição.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4416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234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base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234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– 1:10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234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Doglas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02996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 políticas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 – 1:55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71576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2606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MLflow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606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1:55 – 3:05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606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401568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2918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rodando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3:05 – 4:35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2918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a banca precisa ver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4087368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39776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4:35 – 4:50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39776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negócio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1:10  ·  Doglas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qual canal e em que dia abordar cada cliente elegível?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11096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10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fixa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03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 a decisão. Não reage a mudança de contexto e não personaliza.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935224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A/B longo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272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tráfego vai para o braço pior durante semanas, e só decide no fim.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95935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adaptativo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5137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 tráfego conforme a evidência chega: exploração contra explotação.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e os seis braços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1:10  ·  Doglas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61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41.188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647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telemarketing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bank-marketing · Kaggle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83280" y="1261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647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da base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piso de comparação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1261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647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sintéticas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braço vem do log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colunas não descrevem o cliente — descrevem o que a campanha escolheu fazer.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cellular | mid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2788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15,47%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38328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cellular | late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788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27889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7220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cellular | early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788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447288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94360" y="34472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telephone | mid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3447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3447288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383280" y="34472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telephone | late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447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3447288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172200" y="34472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telephone | early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447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4,67%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está fora de tudo — sozinha dá AUC 0,82, e só existe depois da ligação terminar.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avaliamos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1:55  ·  Silvio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3716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calibrado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1901952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+ isotônica estima P(conversão | cliente, braço)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decisões × 10 sementes, regret contra o oráculo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portões antes do uso: calibração por braço, sanity check, sobreposição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3716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460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sobre o log real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1901952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sampling: só conta quando a política escolhe o braço que foi jogado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recompensa é o y observado, nunca estimado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contraprova sem modelo no meio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políticas, uma única interface — select(contexto) → braço  ·  update(contexto, braço, recompensa)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771754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822192"/>
            <a:ext cx="77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56970" y="3822192"/>
            <a:ext cx="486461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56970" y="3822192"/>
            <a:ext cx="486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71446" y="3822192"/>
            <a:ext cx="2055571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71446" y="3822192"/>
            <a:ext cx="20555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(prior informado)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55034" y="3822192"/>
            <a:ext cx="1556309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55034" y="3822192"/>
            <a:ext cx="15563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(uniforme)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39358" y="3822192"/>
            <a:ext cx="1271016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39358" y="382219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bandit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38390" y="3822192"/>
            <a:ext cx="1342339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38390" y="3822192"/>
            <a:ext cx="1342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LinTS contextual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2055571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315968"/>
            <a:ext cx="20555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log — baseline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superam o baseline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 – 3:05  ·  Ricardo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18872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18872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29844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19385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13,0% contra 11,0%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política de 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29400" y="27432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48272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rodadas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748272" y="3035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 sementes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29400" y="34290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48272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748272" y="3721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sobreposição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29400" y="411480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48272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0,857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748272" y="4407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tracks concordam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leituras honestas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 – 3:05  ·  Ricardo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4264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2984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prior informado vence o uniforme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57276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a taxa-base de 11% no Beta poupa as rodadas que o prior uniforme gasta descobrindo que nenhum braço converte a 50%. Exploração cai de 38% para 23%.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3957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267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contextual não se paga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420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o teto antes de implementar: o ganho máximo da personalização nesta base é 4,4%. Capturá-lo exige 246 parâmetros a partir de recompensa que sai 1 vez em 9.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3649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2369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tracks concordam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51129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de 0,857 entre o ranking do ambiente calibrado e o do replay — dois métodos que não compartilham premissa nenhuma.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207008"/>
            <a:ext cx="2011680" cy="2724912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1228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registrados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 pai por política, com a média entre sementes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 filho por semente, auditável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métricas e intervalos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fica citável e cada semente continua auditável.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API rodando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3:05 – 4:35  ·  Mariana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narre por cima do comando rodando: dispare, espere a resposta aparecer, e aí fale.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2730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8132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54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braços carregados e a versão do artefato — é o que amarra a resposta a um modelo específico.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273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25856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31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/recommend — estudante, 18 anos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braço recomendado e o ranking inteiro dos seis. Celular domina; o pior braço vale um quarto do melhor.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2E3D7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3580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108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/recommend — técnico, 6 ligações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ranking VIRA: telephone|early assume a liderança e cellular|mid cai para quarto lugar.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2730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81304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886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/recommend — job: "astronauta"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na porta, nomeando os valores válidos — em vez de responder algo plausível a partir de lixo.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26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API não responder, não debugue na câmera: corte, make docker-up, regrave o bloco.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47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com a ressalva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758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4:35 – 4:50  ·  Silvio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2E3D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medido, que pressupõe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canal causal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 a 9%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janela em que os dois canais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coexistem — a leitura conservadora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campanha trocou de canal no meio do log, então parte da vantagem do celular é calendário. Medimos, publicamos, e está no README.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 que sabe onde erra vale mais que um que só mostra o resultado bom.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gravar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train &amp;&amp; make docker-up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7218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258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 responde "model_loaded": 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8032" y="147218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13258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comandos do Bloco 4 já rodados uma vez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1854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0391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em localhost:5000 numa aba, README em outra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03911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218541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8032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0391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 terminal em pelo menos 18pt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5234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28986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7523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do sistema desligadas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5234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28986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28032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7523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ensaio cronometrado completo, do início ao fim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12700" dir="5400000">
              <a:srgbClr val="8A93A6">
                <a:alpha val="2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estourar os 5 minutos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041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o passo 4 da demo (o 422) e encurte o Bloco 3 à primeira leitura. Nunca corte a API rodando — é o item de maior peso do checklist da banca.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Ensaio do vídeo pitch — TC5 Datathon</dc:title>
  <dc:subject>PptxGenJS Presentation</dc:subject>
  <dc:creator>Grupo 30 — 8MLET</dc:creator>
  <cp:lastModifiedBy>Grupo 30 — 8MLET</cp:lastModifiedBy>
  <cp:revision>1</cp:revision>
  <dcterms:created xsi:type="dcterms:W3CDTF">2026-09-19T14:24:31Z</dcterms:created>
  <dcterms:modified xsi:type="dcterms:W3CDTF">2026-09-19T14:24:31Z</dcterms:modified>
</cp:coreProperties>
</file>